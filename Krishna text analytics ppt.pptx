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187BD-6028-4854-B8E6-8B6E18B6C49C}" v="2" dt="2025-11-14T04:45:18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ida Goutham Dev Narayan Malya" userId="0a545644c8ab63cc" providerId="LiveId" clId="{EF6394C7-A56B-4803-803D-44F9064C1CCE}"/>
    <pc:docChg chg="modSld">
      <pc:chgData name="Medida Goutham Dev Narayan Malya" userId="0a545644c8ab63cc" providerId="LiveId" clId="{EF6394C7-A56B-4803-803D-44F9064C1CCE}" dt="2025-11-14T04:46:33.362" v="88" actId="20577"/>
      <pc:docMkLst>
        <pc:docMk/>
      </pc:docMkLst>
      <pc:sldChg chg="addSp delSp modSp mod">
        <pc:chgData name="Medida Goutham Dev Narayan Malya" userId="0a545644c8ab63cc" providerId="LiveId" clId="{EF6394C7-A56B-4803-803D-44F9064C1CCE}" dt="2025-11-14T04:46:33.362" v="88" actId="20577"/>
        <pc:sldMkLst>
          <pc:docMk/>
          <pc:sldMk cId="0" sldId="256"/>
        </pc:sldMkLst>
        <pc:spChg chg="mod">
          <ac:chgData name="Medida Goutham Dev Narayan Malya" userId="0a545644c8ab63cc" providerId="LiveId" clId="{EF6394C7-A56B-4803-803D-44F9064C1CCE}" dt="2025-11-14T04:46:33.362" v="8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dida Goutham Dev Narayan Malya" userId="0a545644c8ab63cc" providerId="LiveId" clId="{EF6394C7-A56B-4803-803D-44F9064C1CCE}" dt="2025-11-14T04:46:21.391" v="68" actId="122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Medida Goutham Dev Narayan Malya" userId="0a545644c8ab63cc" providerId="LiveId" clId="{EF6394C7-A56B-4803-803D-44F9064C1CCE}" dt="2025-11-14T04:46:23.861" v="70"/>
          <ac:spMkLst>
            <pc:docMk/>
            <pc:sldMk cId="0" sldId="256"/>
            <ac:spMk id="4" creationId="{963A1FAC-E002-74C1-2F1A-46416E86A3C3}"/>
          </ac:spMkLst>
        </pc:spChg>
        <pc:spChg chg="add mod">
          <ac:chgData name="Medida Goutham Dev Narayan Malya" userId="0a545644c8ab63cc" providerId="LiveId" clId="{EF6394C7-A56B-4803-803D-44F9064C1CCE}" dt="2025-11-14T04:46:08.146" v="64" actId="122"/>
          <ac:spMkLst>
            <pc:docMk/>
            <pc:sldMk cId="0" sldId="256"/>
            <ac:spMk id="5" creationId="{C78E47C7-9714-8D77-2BCE-8287A3BBE8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C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N" dirty="0"/>
              <a:t>Project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rPr lang="en-IN" sz="2800" b="1" dirty="0"/>
              <a:t>Project title : </a:t>
            </a:r>
            <a:r>
              <a:rPr sz="2800" b="1" dirty="0"/>
              <a:t>Leveraging Data &amp; Analytics for Smarter Bus Routes and Passenger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E47C7-9714-8D77-2BCE-8287A3BBE85E}"/>
              </a:ext>
            </a:extLst>
          </p:cNvPr>
          <p:cNvSpPr txBox="1"/>
          <p:nvPr/>
        </p:nvSpPr>
        <p:spPr>
          <a:xfrm>
            <a:off x="1741714" y="3298371"/>
            <a:ext cx="5268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BHUKYA BALA KRISHNA 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</a:rPr>
              <a:t>ROLL NO 24MBMB38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7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Background &amp; Problem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Objectives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Data Sources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Methodologies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Architecture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Findings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Impact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Implementation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50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Background /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Urban buses face delays due to congestion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Inefficient routes increase travel time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Lack of real-time tracking frustrates passengers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Under-utilized routes waste fuel and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28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Analyze GPS data to detect delays &amp; bottlenecks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Use sentiment analysis to understand passenger issues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Improve digital user experience using web analytics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Predict peak bus demand using historical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6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GPS coordinates of buses (live &amp; historical)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Ticketing &amp; ridership data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Social media comments &amp; app reviews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Web/app clickstream logs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Feedback forms from passengers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8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Geospatial heatmaps to identify hotspots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NLP for topic &amp; sentiment analysis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Funnel &amp; clickstream analysis to detect drop-offs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Regression &amp; forecasting models for demand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8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Layers: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User Layer: App users, website visitors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Application Layer: Ticketing system, GPS trackers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Analytics Layer: Geospatial + NLP + Predictive models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Visualization Layer: Dashboards, alerts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Notification Layer: Real-time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E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Findings (Sample Insights)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6–9 AM &amp; 5–8 PM are highest congestion periods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Sentiment shows 42% complaints about delays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Route 25A has highest drop-off rate on the app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GPS data indicates 12 recurring bottleneck junctions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C3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Passengers: Shorter wait times, reliable schedules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Transport Dept: Reduced fuel cost, improved route planning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City: Lower emissions, better mobility planning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Digital Adoption: Improved app onboarding and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Phase 1: Data collection &amp; cleaning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Phase 2: Dashboard development &amp; insights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Phase 3: Pilot test on 3 major city routes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Phase 4: Alerts &amp; passenger app integration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Phase 5: Monthly performance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78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Data gaps → Use interpolation &amp; validation steps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GPS inaccuracies → Apply smoothing algorithms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Low passenger feedback → Introduce incentives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Resistance from staff → Provide training &amp;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Data analytics has the power to revolutionize public transport: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Faster journeys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Reliable tracking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Better planning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Enhanced passenger experience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Questions?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Email: krishna.eee972@gmail.com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423</Words>
  <Application>Microsoft Office PowerPoint</Application>
  <PresentationFormat>On-screen Show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Project title</vt:lpstr>
      <vt:lpstr>Agenda</vt:lpstr>
      <vt:lpstr>Background / Problem</vt:lpstr>
      <vt:lpstr>Objectives</vt:lpstr>
      <vt:lpstr>Data Sources</vt:lpstr>
      <vt:lpstr>Methodologies</vt:lpstr>
      <vt:lpstr>System Architecture</vt:lpstr>
      <vt:lpstr>Key Findings (Sample Insights)</vt:lpstr>
      <vt:lpstr>Impact</vt:lpstr>
      <vt:lpstr>Implementation Plan</vt:lpstr>
      <vt:lpstr>Challenges &amp; Solutions</vt:lpstr>
      <vt:lpstr>Conclusion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Medida Goutham Dev Narayan Malya</cp:lastModifiedBy>
  <cp:revision>1</cp:revision>
  <dcterms:created xsi:type="dcterms:W3CDTF">2013-01-27T09:14:16Z</dcterms:created>
  <dcterms:modified xsi:type="dcterms:W3CDTF">2025-11-14T04:46:45Z</dcterms:modified>
  <cp:category/>
</cp:coreProperties>
</file>